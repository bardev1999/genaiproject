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Lato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33935f244_2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33935f244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33935f244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33935f244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33935f244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33935f244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"/>
            <a:ext cx="12192001" cy="639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57288"/>
            <a:ext cx="5334000" cy="531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62050"/>
            <a:ext cx="5334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71500" y="428625"/>
            <a:ext cx="11620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EVOLUTION OF DATA STRATEGY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162050" y="1466850"/>
            <a:ext cx="4438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Initial Model - DINOv2 (ViT-L/14):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Attempted to generate wide-angle store footage to simulate full CCTV scenes.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162050" y="2438400"/>
            <a:ext cx="4438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The Clarity Paradox: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Synthesis consistently produced images that were "too clean," lacking the grainy sensor noise and motion blur of real surveillance.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61975" y="3762375"/>
            <a:ext cx="44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Strategic Pivot: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Shifted focus directly to </a:t>
            </a: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localized album crops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to solve the real-world visibility bottleneck.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61975" y="4762500"/>
            <a:ext cx="44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Rationale: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Since identification happens at the crop level, direct generation with GLIGEN enabled robust training on occlusion.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76300" y="13906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23622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9125" y="3682350"/>
            <a:ext cx="283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4762500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500" y="1209675"/>
            <a:ext cx="5334000" cy="52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62050"/>
            <a:ext cx="11049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428625"/>
            <a:ext cx="11620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2. ACHIEVEMENTS &amp; NOVELTY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76300" y="1466850"/>
            <a:ext cx="252031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Key Achievements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876300" y="1838325"/>
            <a:ext cx="2400300" cy="1905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286500" y="1466850"/>
            <a:ext cx="175021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Core Novelty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6286500" y="1838325"/>
            <a:ext cx="1666875" cy="1905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62050" y="200025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High-Accuracy Retrieval: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Achieved 89% Top-5 and 77% Top-1 accuracy on entirely unseen album covers.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62050" y="268605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Robust Domain Adaptation: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Successfully mapped heavily degraded CCTV crops to sharp catalog embeddings.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62050" y="337185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Feature Extraction: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Proved ResNet50 outperforms shallow models in extracting signal from noisy inputs.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572250" y="200025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AI-Powered Occlusion: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Using GLIGEN to generate realistic human-hand occlusions and price stickers.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72250" y="268605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Overcoming Data Scarcity: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Created a specialized synthetic-to-real pipeline for Zero-Shot training.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19240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26098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76300" y="32956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286500" y="19240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286500" y="26098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162050"/>
            <a:ext cx="5334000" cy="531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62050"/>
            <a:ext cx="5334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48050"/>
            <a:ext cx="5334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428625"/>
            <a:ext cx="11620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3. METHODOLOGY &amp; PIPELINE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591300" y="1466850"/>
            <a:ext cx="496062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Pipeline Workflow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6591300" y="1838325"/>
            <a:ext cx="4724400" cy="1905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591300" y="4695825"/>
            <a:ext cx="4724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Technique:</a:t>
            </a:r>
            <a:r>
              <a:rPr b="0" i="0" lang="en-US" sz="12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We used spatially-precise inpainting to ensure added hands realistically overlap the record geometry.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591300" y="4600575"/>
            <a:ext cx="4724400" cy="9525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171575"/>
            <a:ext cx="53149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581025" y="2990850"/>
            <a:ext cx="5314950" cy="257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28650" y="3038475"/>
            <a:ext cx="5219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1. Clean Catalog Image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295650"/>
            <a:ext cx="53149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581025" y="5276850"/>
            <a:ext cx="5314950" cy="257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28650" y="5324475"/>
            <a:ext cx="5219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2. Generated CCTV Query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877050" y="2000250"/>
            <a:ext cx="4438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Data Gen. 5,000 samples with GLIGEN hands + CCTV filters.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877050" y="2686050"/>
            <a:ext cx="4438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ResNet50 backbone creating 128-dim embeddings.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877050" y="3371850"/>
            <a:ext cx="4438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Step 3: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Triplet Margin Loss with hard negative mining.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77050" y="3771900"/>
            <a:ext cx="4438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Generalization test on 100 unseen "Zero-Shot" images.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91300" y="19240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91300" y="26098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91300" y="32956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91300" y="36957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62050"/>
            <a:ext cx="5334000" cy="531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62050"/>
            <a:ext cx="5334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428625"/>
            <a:ext cx="11620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DEEP DIVE: METRIC LEARNING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171575"/>
            <a:ext cx="531495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62050" y="1466850"/>
            <a:ext cx="4438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Embedding Space: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Leveraging ResNet50 to map images to a shared metric space where L2 distance represents semantic similarity.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162050" y="2438400"/>
            <a:ext cx="4438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Hard Negative Mining: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Focusing training on different albums that look visually similar to refine boundary decision-making.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162050" y="3409950"/>
            <a:ext cx="4438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Triplet Strategy:</a:t>
            </a:r>
            <a:r>
              <a:rPr b="0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Pushing Anchor-Negative pairs apart while pulling Anchor-Positive pairs closer.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76300" y="13906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76300" y="23622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76300" y="333375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7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-7273"/>
          <a:stretch/>
        </p:blipFill>
        <p:spPr>
          <a:xfrm>
            <a:off x="0" y="0"/>
            <a:ext cx="12191999" cy="66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